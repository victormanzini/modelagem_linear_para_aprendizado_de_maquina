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83400" cy="9906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8291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50" lIns="95925" spcFirstLastPara="1" rIns="95925" wrap="square" tIns="479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98900" y="0"/>
            <a:ext cx="298291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50" lIns="95925" spcFirstLastPara="1" rIns="95925" wrap="square" tIns="479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5200" y="742950"/>
            <a:ext cx="4953000" cy="3714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8975" y="4705350"/>
            <a:ext cx="550545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50" lIns="95925" spcFirstLastPara="1" rIns="95925" wrap="square" tIns="479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09112"/>
            <a:ext cx="2982912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950" lIns="95925" spcFirstLastPara="1" rIns="95925" wrap="square" tIns="479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98900" y="9409112"/>
            <a:ext cx="2982912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950" lIns="95925" spcFirstLastPara="1" rIns="95925" wrap="square" tIns="479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8975" y="4705350"/>
            <a:ext cx="5505450" cy="4457700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5200" y="742950"/>
            <a:ext cx="4953000" cy="3714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8975" y="4705350"/>
            <a:ext cx="5505450" cy="4457700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5200" y="742950"/>
            <a:ext cx="4953000" cy="3714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8975" y="4705350"/>
            <a:ext cx="5505450" cy="4457700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965200" y="742950"/>
            <a:ext cx="4953000" cy="3714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8975" y="4705350"/>
            <a:ext cx="5505450" cy="4457700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965200" y="742950"/>
            <a:ext cx="4953000" cy="3714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8975" y="4705350"/>
            <a:ext cx="5505450" cy="4457700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965200" y="742950"/>
            <a:ext cx="4953000" cy="3714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0" name="Google Shape;60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1" name="Google Shape;61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 fiap novo 2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Aprendizado de Máquina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15912" y="1654175"/>
            <a:ext cx="8512175" cy="2776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(Vetores)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DEFINIÇÃO DE VETOR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17500" y="6264275"/>
            <a:ext cx="8512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Sérgio Ricardo Rota           pf0112@fiap.com.br           </a:t>
            </a:r>
            <a:r>
              <a:rPr b="1" i="0" lang="en-US" sz="18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www.fiap.com.br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315912" y="1447800"/>
            <a:ext cx="8512175" cy="50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entender a necessidade de vetores, considere que seja necessário escrever um programa para validação de CPF. Por exemplo: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CPF= 123.457.789-54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a utilização de vetores, seria necessário declarar 11 variáveis distintas: 9 variáveis para armazenar e manipular cada um dos 9 dígitos do CPF – 1, 2, 3, 4, 5, 7, 7, 8 e 9 – e 2 variáveis para armazenar e manipular os dois dígitos verificadores – 5 (DV1) e 4 (DV2).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/>
          </a:p>
        </p:txBody>
      </p:sp>
      <p:pic>
        <p:nvPicPr>
          <p:cNvPr descr="logo fiap novo 2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315912" y="1447800"/>
            <a:ext cx="8512175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 medida que aumenta o número de variáveis para a realização de uma tarefa, o potencial para confusão também aumenta.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utilização de vetores, os 9 dígitos do CPF e os 2 dígitos verificadores podem ser armazenados e manipulados através de uma única variável.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/>
          </a:p>
        </p:txBody>
      </p:sp>
      <p:pic>
        <p:nvPicPr>
          <p:cNvPr descr="logo fiap novo 2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462" y="5435600"/>
            <a:ext cx="8855075" cy="512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315912" y="1447800"/>
            <a:ext cx="8512175" cy="354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1" i="0" lang="en-US" sz="28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Vetor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também chamado de </a:t>
            </a:r>
            <a:r>
              <a:rPr b="1" i="0" lang="en-US" sz="28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variável composta homogênea unidimensional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é um conjunto de variáveis do mesmo tipo, que possuem o mesmo identificador (nome) e são armazenadas sequencialmente na memória. Como as variáveis tem o mesmo nome, o que as distingue é um </a:t>
            </a:r>
            <a:r>
              <a:rPr b="1" i="0" lang="en-US" sz="28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indica sua localização dentro da estrutura.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Definição de Vetor</a:t>
            </a:r>
            <a:endParaRPr/>
          </a:p>
        </p:txBody>
      </p:sp>
      <p:pic>
        <p:nvPicPr>
          <p:cNvPr descr="logo fiap novo 2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Definição de Vetor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descr="logo fiap novo 2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737" y="2890837"/>
            <a:ext cx="877252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315912" y="4068762"/>
            <a:ext cx="8512175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vet[0] = 19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vet[1] = 23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vet[2] = 17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vet[3] = 41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vet[4] = 29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